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834640"/>
            <a:ext cx="5486400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D1D1F"/>
                </a:solidFill>
              </a:rPr>
              <a:t>Web Sekolah Terintegrasi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6868B"/>
                </a:solidFill>
              </a:rPr>
              <a:t>Scalable System Design  —  MID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3A3C"/>
                </a:solidFill>
              </a:rPr>
              <a:t>Kelompok 2  |  TI 4A  |  Universitas Muhammadiyah Makassar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Tahun Akademik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D1D1F"/>
                </a:solidFill>
              </a:rPr>
              <a:t>  •  Ashabul Kahfi (105841108523) — System Analyst / Project Lead</a:t>
            </a:r>
          </a:p>
          <a:p>
            <a:r>
              <a:rPr sz="1100">
                <a:solidFill>
                  <a:srgbClr val="1D1D1F"/>
                </a:solidFill>
              </a:rPr>
              <a:t>  •  Marhepi Rahmadani (105841109523) — System Architect</a:t>
            </a:r>
          </a:p>
          <a:p>
            <a:r>
              <a:rPr sz="1100">
                <a:solidFill>
                  <a:srgbClr val="1D1D1F"/>
                </a:solidFill>
              </a:rPr>
              <a:t>  •  Muh. Eka Andri Setiawan (105841110723) — Database Designer</a:t>
            </a:r>
          </a:p>
          <a:p>
            <a:r>
              <a:rPr sz="1100">
                <a:solidFill>
                  <a:srgbClr val="1D1D1F"/>
                </a:solidFill>
              </a:rPr>
              <a:t>  •  Afra Muawiya (105841108423) — UI/UX &amp; Documentation Designer</a:t>
            </a:r>
          </a:p>
          <a:p>
            <a:r>
              <a:rPr sz="1100">
                <a:solidFill>
                  <a:srgbClr val="1D1D1F"/>
                </a:solidFill>
              </a:rPr>
              <a:t>  •  Alyah Saputri Bakri (105841107723) — Security &amp; Access Control Designer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Tim &amp; Pembagian Peran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214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Nama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NIM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Peran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Fitur / Tugas Utama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Ashabul Kahfi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105841108523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System Analyst / Project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Analisis sistem, Dashboard, Absensi, Jurnal, Search Suggestion AJAX,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Marhepi Rahmadani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105841109523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System Architect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Arsitektur sistem, Modul BK &amp; Rekap BK, Bug fix, Search suggestion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Muh. Eka Andri Setiawan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105841110723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Database Designer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ERD, 16 tabel MySQL, Kelola Wali Kelas, Search Bar, Pagination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Afra Muawiya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105841108423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UI/UX &amp; Documentation Designer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Apple theme, Import CSV, Laporan HTML, Dashboard Siswa, Naskah video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Alyah Saputri Bakri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105841107723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Security &amp; Access Control Designer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Middleware RBAC, Export CSV, Use Case Diagram, Date Range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Latar Belakang &amp; Tujuan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4864" cy="2743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05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D1D1F"/>
                </a:solidFill>
              </a:rPr>
              <a:t>  •  Sistem sekolah terpisah-pisah: jurnal, BK, absensi, kesiswaan tidak terhubung</a:t>
            </a:r>
          </a:p>
          <a:p>
            <a:r>
              <a:rPr sz="1200">
                <a:solidFill>
                  <a:srgbClr val="1D1D1F"/>
                </a:solidFill>
              </a:rPr>
              <a:t>  •  Data siswa diinput ulang di setiap aplikasi  →  duplikasi &amp; tidak sinkron</a:t>
            </a:r>
          </a:p>
          <a:p>
            <a:r>
              <a:rPr sz="1200">
                <a:solidFill>
                  <a:srgbClr val="1D1D1F"/>
                </a:solidFill>
              </a:rPr>
              <a:t>  •  Proses administrasi lambat &amp; rawan kesalahan manual</a:t>
            </a:r>
          </a:p>
          <a:p>
            <a:r>
              <a:rPr sz="1200">
                <a:solidFill>
                  <a:srgbClr val="1D1D1F"/>
                </a:solidFill>
              </a:rPr>
              <a:t>  •  Laporan terpadu sulit dibuat karena data tersebar di banyak tempat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383280"/>
            <a:ext cx="54864" cy="2743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3832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SOLUSI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</a:rPr>
              <a:t>Web Sekolah Terintegrasi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330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</a:rPr>
              <a:t>Satu platform • Satu database • Semua modul terhubung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05840"/>
            <a:ext cx="54864" cy="2743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005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TUJUAN PROYEK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D1D1F"/>
                </a:solidFill>
              </a:rPr>
              <a:t>  •  5 modul utama terintegrasi dalam satu platform</a:t>
            </a:r>
          </a:p>
          <a:p>
            <a:r>
              <a:rPr sz="1200">
                <a:solidFill>
                  <a:srgbClr val="1D1D1F"/>
                </a:solidFill>
              </a:rPr>
              <a:t>  •  Satu database MySQL terpusat (tanpa duplikasi data)</a:t>
            </a:r>
          </a:p>
          <a:p>
            <a:r>
              <a:rPr sz="1200">
                <a:solidFill>
                  <a:srgbClr val="1D1D1F"/>
                </a:solidFill>
              </a:rPr>
              <a:t>  •  Arsitektur Scalable: modular, 6 vCPU, load balancing</a:t>
            </a:r>
          </a:p>
          <a:p>
            <a:r>
              <a:rPr sz="1200">
                <a:solidFill>
                  <a:srgbClr val="1D1D1F"/>
                </a:solidFill>
              </a:rPr>
              <a:t>  •  RBAC: 7 role dengan hak akses spesifik per modul</a:t>
            </a:r>
          </a:p>
          <a:p>
            <a:r>
              <a:rPr sz="1200">
                <a:solidFill>
                  <a:srgbClr val="1D1D1F"/>
                </a:solidFill>
              </a:rPr>
              <a:t>  •  Dokumentasi lengkap &amp; source code di GitHub</a:t>
            </a:r>
          </a:p>
          <a:p>
            <a:r>
              <a:rPr sz="1200">
                <a:solidFill>
                  <a:srgbClr val="1D1D1F"/>
                </a:solidFill>
              </a:rPr>
              <a:t>  •  Deploy live: https://web-sekolah.duckdns.org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Deskripsi Sistem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868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</a:rPr>
              <a:t>Sistem informasi manajemen sekolah berbasis web dengan Modular Monolith Architecture. Setiap modul memiliki router dan view sendiri, berjalan dalam satu Express.js dengan satu database MySQL terpusat. Mendukung 7 role pengguna dengan middleware RBAC.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Teknologi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Node.js + Express.js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MVC modular, session-based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MySQL  (db_sekolah_ssd)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16 tabel, FK constraints, index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Bootstrap 5 + EJS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Apple monochrome theme, responsive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Visualisasi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Chart.js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5 grafik real-time di dashboard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Keamanan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bcryptjs + express-session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Password hash, cookie-based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Deployment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Oracle Cloud + PM2 + Nginx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HTTPS via Certbot, auto-restart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Git +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github.com/Kahfi10/MID-SSD-...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 Modul Sistem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Modul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Fitur Utama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Role Utama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Manajemen Pengguna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CRUD user, kelola role, reset password,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Data Kesiswaan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/kesiswaan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CRUD siswa, kelola kelas &amp; wali kelas, import/export CSV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Admin, Wali Kelas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Jurnal Mengajar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/jurnal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Input jurnal (kelas, mapel, materi, metode), rekap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Guru, Wali Kelas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Bimbingan Konseling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/bk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Kasus, konseling, pelanggaran, prestasi, rekap BK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Guru BK, Admin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Absensi Siswa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/absensi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Input H/S/I/A per kelas &amp; tanggal, rekap % kehadiran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Guru, Wali Kelas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5669280"/>
            <a:ext cx="54864" cy="2743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56692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FITUR LINTAS MODUL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</a:rPr>
              <a:t>Search Bar  •  Search Suggestion AJAX  •  Pagination 10/hal  •  Profil &amp; Ganti Password  •  Dashboard Siswa  •  Date Range 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Fitur Unggulan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760720" cy="64922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Search Suggestion AJAX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Dropdown real-time saat mengetik, debounce 300ms
API JSON per modul, hover &amp; click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7" y="1005840"/>
            <a:ext cx="5760720" cy="64922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7" y="1005840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Search Bar + Pagination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Filter real-time di semua tabel
Navigasi 10 data per halaman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00784"/>
            <a:ext cx="57607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00784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46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Profil &amp; Ganti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025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Setiap user ubah profil &amp; password sendiri
Tanpa perlu bantuan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7" y="1700784"/>
            <a:ext cx="57607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7" y="1700784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46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Dashboard Siswa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025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Siswa login → lihat data diri, rekap absensi,
prestasi &amp; pelanggaran pribadi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95728"/>
            <a:ext cx="5760720" cy="64922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395728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441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Date Range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Tombol cepat 7 hari / 30 hari / 3 bulan
Tanggal otomatis terisi, filter langsung jalan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7" y="2395728"/>
            <a:ext cx="5760720" cy="64922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7" y="2395728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Import &amp; Export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Upload data siswa massal via file CSV
Download seluruh data siswa ke 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90672"/>
            <a:ext cx="57607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090672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36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Dashboard + Chart.js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392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6 kartu statistik + 5 grafik interaktif
Live clock real-time + log aktivitas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7" y="3090672"/>
            <a:ext cx="57607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81927" y="3090672"/>
            <a:ext cx="54864" cy="64922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136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Deploy HTTPS + PM2 + Nginx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392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Oracle Cloud, auto-restart jika crash
SSL Certbot, reverse proxy port 443→3000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Arsitektur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577840" cy="8046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52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Browser  —  HTML/CSS/JS + Bootstrap 5 + Chart.js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⇕ HTTP / SQL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57400"/>
            <a:ext cx="5577840" cy="8046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122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Node.js Express.js  —  5 Modul (MVC Modular)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80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⇕ HTTP / SQL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17520"/>
            <a:ext cx="5577840" cy="8046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723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MySQL 16 Tabel  |  Redis Cache (rencana)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72200" y="1005840"/>
          <a:ext cx="57150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</a:tblGrid>
              <a:tr h="76417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vCPU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Layanan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Alasan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Web Server (App Utama)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Handle semua HTTP request &amp;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Database Server (MySQL)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Penyimpanan data terpusat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Modul Jurnal Mengajar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Beban akses harian tertinggi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Modul BK &amp; Kesiswaan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Data sensitif dipisahkan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Load Balancer &amp;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Distribusi beban +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Backup &amp; Cache (Redis)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Cache data + backup periodik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4160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Horizontal Scaling: tambah instance vCPU 3 saat Jurnal overload  •  Vertical Scaling: tingkatkan RAM/CPU vCPU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Rancangan Database  —  16 Tabel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72237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6045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Kelompok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Tabel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Fungsi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Pengguna &amp;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roles,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7 role, akun, bcrypt hash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Akademik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academic_years, semesters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Tahun ajaran &amp; semester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Guru &amp; Kelas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teachers, classes, subjects, schedules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Data guru, kelas, mapel, jadwal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Kesiswaan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students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NIS, nama, gender, class_id, status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Jurnal Mengajar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teaching_journals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Jurnal harian guru per kelas/mapel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BK (4 tabel)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bk_cases, bk_counseling_notes,</a:t>
                      </a:r>
                    </a:p>
                    <a:p>
                      <a:r>
                        <a:t>student_violations, student_achievements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Kasus, konseling, pelanggaran, prestasi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Absensi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attendances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Kehadiran harian per siswa &amp; kelas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Audit Trail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activity_logs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D1F"/>
                          </a:solidFill>
                        </a:rPr>
                        <a:t>Log semua aksi + IP + timestamp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18120" y="1005840"/>
            <a:ext cx="54864" cy="2743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7848" y="1005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RELASI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D1D1F"/>
                </a:solidFill>
              </a:rPr>
              <a:t>  •  users.role_id  →  roles.id</a:t>
            </a:r>
          </a:p>
          <a:p>
            <a:r>
              <a:rPr sz="1100">
                <a:solidFill>
                  <a:srgbClr val="1D1D1F"/>
                </a:solidFill>
              </a:rPr>
              <a:t>  •  students.class_id  →  classes.id</a:t>
            </a:r>
          </a:p>
          <a:p>
            <a:r>
              <a:rPr sz="1100">
                <a:solidFill>
                  <a:srgbClr val="1D1D1F"/>
                </a:solidFill>
              </a:rPr>
              <a:t>  •  teachers.user_id  →  users.id</a:t>
            </a:r>
          </a:p>
          <a:p>
            <a:r>
              <a:rPr sz="1100">
                <a:solidFill>
                  <a:srgbClr val="1D1D1F"/>
                </a:solidFill>
              </a:rPr>
              <a:t>  •  teaching_journals.teacher_id  →  teachers.id</a:t>
            </a:r>
          </a:p>
          <a:p>
            <a:r>
              <a:rPr sz="1100">
                <a:solidFill>
                  <a:srgbClr val="1D1D1F"/>
                </a:solidFill>
              </a:rPr>
              <a:t>  •  bk_cases.student_id  →  students.id</a:t>
            </a:r>
          </a:p>
          <a:p>
            <a:r>
              <a:rPr sz="1100">
                <a:solidFill>
                  <a:srgbClr val="1D1D1F"/>
                </a:solidFill>
              </a:rPr>
              <a:t>  •  attendances.student_id  →  students.id</a:t>
            </a:r>
          </a:p>
          <a:p>
            <a:r>
              <a:rPr sz="1100">
                <a:solidFill>
                  <a:srgbClr val="1D1D1F"/>
                </a:solidFill>
              </a:rPr>
              <a:t>  •  activity_logs.user_id  →  users.id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434840"/>
            <a:ext cx="54864" cy="2743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434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OPTIMASI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7548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D1D1F"/>
                </a:solidFill>
              </a:rPr>
              <a:t>  •  Index: student_id, teacher_id, class_id, attendance_date</a:t>
            </a:r>
          </a:p>
          <a:p>
            <a:r>
              <a:rPr sz="1000">
                <a:solidFill>
                  <a:srgbClr val="1D1D1F"/>
                </a:solidFill>
              </a:rPr>
              <a:t>  •  FK Constraints  •  Normalisasi 3NF</a:t>
            </a:r>
          </a:p>
          <a:p>
            <a:r>
              <a:rPr sz="1000">
                <a:solidFill>
                  <a:srgbClr val="1D1D1F"/>
                </a:solidFill>
              </a:rPr>
              <a:t>  •  ENUM untuk kolom nilai tetap (status, gender)</a:t>
            </a:r>
          </a:p>
          <a:p>
            <a:r>
              <a:rPr sz="1000">
                <a:solidFill>
                  <a:srgbClr val="1D1D1F"/>
                </a:solidFill>
              </a:rPr>
              <a:t>  •  Connection pooling dengan mysql2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Hak Akses Pengguna  — 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594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</a:rPr>
              <a:t>Implementasi:  allowRoles(...roles)  middleware pada setiap route  •  Cek role dari session  •  Akses ditolak → redirect dashboard  •  Password di-hash bcryptjs  •  Semua aksi dicatat activity_logs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45920"/>
          <a:ext cx="11521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11505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Kesiswaan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Jurnal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BK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Absensi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Kepala Sekolah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View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Rekap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Rekap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Rekap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Guru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Input+Riwayat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Guru BK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Full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Wali Kelas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Rekap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Siswa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✓ Pribadi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Orang Tua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Unsur Scalable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760720" cy="498347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1. Modular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710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5 modul independen, tambah modul baru tanpa ubah kode lain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7" y="1005840"/>
            <a:ext cx="5760720" cy="498347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7" y="100584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0332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2. Centralized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2710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Satu MySQL db_sekolah_ssd, data tidak duplikasi, konsisten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31620"/>
            <a:ext cx="576072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53162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55905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3. Load Balancing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7967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vCPU 5 distribusikan request ke server yang tepat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7" y="1531620"/>
            <a:ext cx="576072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7" y="153162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55905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4. Horizontal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7967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Tambah instance vCPU 3 (Jurnal) saat beban tinggi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057400"/>
            <a:ext cx="5760720" cy="498347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05740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84831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5. Vertical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22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Tingkatkan RAM/CPU server database seiring data membesar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7" y="2057400"/>
            <a:ext cx="5760720" cy="498347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7" y="205740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084831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6. API-Based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322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Setiap modul bisa dipisah menjadi REST API service di masa depan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583180"/>
            <a:ext cx="576072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58318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1061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7. RBAC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8483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allowRoles() middleware, 7 role, akses granular per route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7" y="2583180"/>
            <a:ext cx="576072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81927" y="258318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61061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8. Database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28483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Index, FK constraints, normalisasi 3NF, ENUM, connection pool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108960"/>
            <a:ext cx="5760720" cy="498347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10896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136391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9. Caching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3741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Rencana Redis: cache daftar kelas, guru, mapel, jadwal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7" y="3108960"/>
            <a:ext cx="5760720" cy="498347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1927" y="3108960"/>
            <a:ext cx="54864" cy="498347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136391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10. Monitoring &amp; Logging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3741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</a:rPr>
              <a:t>activity_logs semua aksi + PM2 process manager + Grafana (rencana)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Risiko &amp; Solusi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2144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Risiko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Dampak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Solusi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Database bottleneck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1 DB untuk semua modul → down = lumpuh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Read-replica, Redis cache, connection 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Data BK bocor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Pelanggaran privasi siswa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RBAC ketat: hanya guru_bk &amp; admin akses /bk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Server overload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Response lambat / timeout di jam sibuk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Load balancing + horizontal scaling Jurnal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Kehilangan data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Data siswa, jurnal, BK hilang permanen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Backup periodik (vCPU 6) + export CSV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SQL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Data diretas / diubah / dihapus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Parameterized queries di seluruh query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Session hijacking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Akun pengguna dibajak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</a:rPr>
                        <a:t>Session secret kuat, maxAge terbatas, HTTPS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D1D1F"/>
                </a:solidFill>
              </a:rPr>
              <a:t>  •  5 modul terintegrasi berhasil dikembangkan dalam satu platform web sekolah</a:t>
            </a:r>
          </a:p>
          <a:p>
            <a:r>
              <a:rPr sz="1300">
                <a:solidFill>
                  <a:srgbClr val="1D1D1F"/>
                </a:solidFill>
              </a:rPr>
              <a:t>  •  Satu database MySQL terpusat (16 tabel) — data konsisten, tidak ada duplikasi</a:t>
            </a:r>
          </a:p>
          <a:p>
            <a:r>
              <a:rPr sz="1300">
                <a:solidFill>
                  <a:srgbClr val="1D1D1F"/>
                </a:solidFill>
              </a:rPr>
              <a:t>  •  Arsitektur Scalable: Modular Monolith, 6 vCPU, rencana load balancing &amp; Redis caching</a:t>
            </a:r>
          </a:p>
          <a:p>
            <a:r>
              <a:rPr sz="1300">
                <a:solidFill>
                  <a:srgbClr val="1D1D1F"/>
                </a:solidFill>
              </a:rPr>
              <a:t>  •  RBAC ketat dengan 7 role — hak akses granular per modul dan route</a:t>
            </a:r>
          </a:p>
          <a:p>
            <a:r>
              <a:rPr sz="1300">
                <a:solidFill>
                  <a:srgbClr val="1D1D1F"/>
                </a:solidFill>
              </a:rPr>
              <a:t>  •  Fitur modern: Search AJAX real-time, Pagination, Dashboard Siswa, Date Range Filter</a:t>
            </a:r>
          </a:p>
          <a:p>
            <a:r>
              <a:rPr sz="1300">
                <a:solidFill>
                  <a:srgbClr val="1D1D1F"/>
                </a:solidFill>
              </a:rPr>
              <a:t>  •  Monitoring aktif via activity_logs — semua aksi tercatat beserta IP &amp; timestamp</a:t>
            </a:r>
          </a:p>
          <a:p>
            <a:r>
              <a:rPr sz="1300">
                <a:solidFill>
                  <a:srgbClr val="1D1D1F"/>
                </a:solidFill>
              </a:rPr>
              <a:t>  •  Source code open di GitHub • Live demo berjalan di Oracle Cloud dengan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526280"/>
            <a:ext cx="3520440" cy="1188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5604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https://web-sekolah.duckdns.org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4069080" cy="1188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572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560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github.com/Kahfi10/MID-SSD-Web-Sekolah-Kelompok-5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526280"/>
            <a:ext cx="3520440" cy="1188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5720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Video 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95604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[Link setelah video diupload]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989320"/>
            <a:ext cx="11521440" cy="594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0350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Kelompok 2  |  TI 4A  |  RPL-A Scalable System Design  |  Universitas Muhammadiyah Makassar  |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